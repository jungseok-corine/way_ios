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B4EE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Developer Portfolio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오정석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 기반 iOS Developer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구조를 설계하고 사용자 경험을 개선하는 iOS 개발자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566160"/>
            <a:ext cx="2377440" cy="64008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611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github.com/jungseok-corine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3566160"/>
            <a:ext cx="2377440" cy="64008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3611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fiverights99@gmail.com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3566160"/>
            <a:ext cx="2377440" cy="64008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3611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병역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2648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대체복무 중 (2026.03.19 전역)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Developer Portfolio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4864" cy="822960"/>
          </a:xfrm>
          <a:prstGeom prst="rect">
            <a:avLst/>
          </a:prstGeom>
          <a:solidFill>
            <a:srgbClr val="6B4EE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8046720" cy="82296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258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4E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 (지금어디)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위치 기반 모임 일정 관리 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1371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 · UIKit · Clean Architecture · Moya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4864" cy="82296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377440"/>
            <a:ext cx="8046720" cy="82296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4231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63040" y="2450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AloneDailyQuest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시스템 기반 Todo 관리 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2468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 · UIKit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54864" cy="8229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474720"/>
            <a:ext cx="8046720" cy="82296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5204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463040" y="3547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ClipKit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AVFoundation 기반 간편 비디오 편집 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3566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 · AVFoundation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· Networking · Clean Architecture · Pagination · Media Handling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Developer Portfolio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WAY | 실시간 위치 기반 모임 관리 앱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6B4EE6"/>
          </a:solidFill>
          <a:ln/>
        </p:spPr>
      </p:sp>
      <p:pic>
        <p:nvPicPr>
          <p:cNvPr id="4" name="Image 0" descr="/sessions/trusting-happy-hopper/img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1371600" cy="2926080"/>
          </a:xfrm>
          <a:prstGeom prst="rect">
            <a:avLst/>
          </a:prstGeom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pic>
      <p:pic>
        <p:nvPicPr>
          <p:cNvPr id="5" name="Image 1" descr="/sessions/trusting-happy-hopper/img_m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1371600" cy="2926080"/>
          </a:xfrm>
          <a:prstGeom prst="rect">
            <a:avLst/>
          </a:prstGeom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pic>
      <p:pic>
        <p:nvPicPr>
          <p:cNvPr id="6" name="Image 2" descr="/sessions/trusting-happy-hopper/img_fe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097280"/>
            <a:ext cx="1371600" cy="2926080"/>
          </a:xfrm>
          <a:prstGeom prst="rect">
            <a:avLst/>
          </a:prstGeom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pic>
      <p:sp>
        <p:nvSpPr>
          <p:cNvPr id="7" name="Text 2"/>
          <p:cNvSpPr/>
          <p:nvPr/>
        </p:nvSpPr>
        <p:spPr>
          <a:xfrm>
            <a:off x="512064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[핵심 기능]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5120640" y="13716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/ 회원가입 / 회원탈퇴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생성 및 일정관리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 작성 및 이미지 업로드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홈 (배너, D-Day, 피드)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마이페이지 / 위치 즐겨찾기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512064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[개발 정보]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5120640" y="33832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개발: 2024.07 ~ 2025.02 (7개월)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팀원: iOS 4인팀 / BE, AOS 별도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구조: Repository → UseCase → Service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기술: Swift, UIKit, Moya, Kingfisher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WAY – Tech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59436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" cy="594360"/>
          </a:xfrm>
          <a:prstGeom prst="rect">
            <a:avLst/>
          </a:prstGeom>
          <a:solidFill>
            <a:srgbClr val="6B4EE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07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931920" cy="59436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54864" cy="594360"/>
          </a:xfrm>
          <a:prstGeom prst="rect">
            <a:avLst/>
          </a:prstGeom>
          <a:solidFill>
            <a:srgbClr val="6B4EE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38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Framework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UIKit + SnapKit (코드 기반 UI)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931920" cy="59436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51760"/>
            <a:ext cx="54864" cy="594360"/>
          </a:xfrm>
          <a:prstGeom prst="rect">
            <a:avLst/>
          </a:prstGeom>
          <a:solidFill>
            <a:srgbClr val="6B4EE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70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Architecture + MVVM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931920" cy="59436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188720"/>
            <a:ext cx="54864" cy="594360"/>
          </a:xfrm>
          <a:prstGeom prst="rect">
            <a:avLst/>
          </a:prstGeom>
          <a:solidFill>
            <a:srgbClr val="6B4EE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207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Moya + Alamofire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920240"/>
            <a:ext cx="3931920" cy="59436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920240"/>
            <a:ext cx="54864" cy="594360"/>
          </a:xfrm>
          <a:prstGeom prst="rect">
            <a:avLst/>
          </a:prstGeom>
          <a:solidFill>
            <a:srgbClr val="6B4EE6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938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Kingfisher (캐싱 / 로딩)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651760"/>
            <a:ext cx="3931920" cy="59436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651760"/>
            <a:ext cx="54864" cy="594360"/>
          </a:xfrm>
          <a:prstGeom prst="rect">
            <a:avLst/>
          </a:prstGeom>
          <a:solidFill>
            <a:srgbClr val="6B4EE6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670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KakaoSDK, Apple Sign-In, JWT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3931920" cy="59436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383280"/>
            <a:ext cx="54864" cy="594360"/>
          </a:xfrm>
          <a:prstGeom prst="rect">
            <a:avLst/>
          </a:prstGeom>
          <a:solidFill>
            <a:srgbClr val="6B4EE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Cloud Messaging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383280"/>
            <a:ext cx="3931920" cy="59436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3383280"/>
            <a:ext cx="54864" cy="594360"/>
          </a:xfrm>
          <a:prstGeom prst="rect">
            <a:avLst/>
          </a:prstGeom>
          <a:solidFill>
            <a:srgbClr val="6B4EE6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SwiftLint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의존성 관리: CocoaPods  |  최소 지원: iOS 17.0+  |  키보드: IQKeyboardManagerSwift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Developer Portfolio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WAY – Architecture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548640"/>
          </a:xfrm>
          <a:prstGeom prst="rect">
            <a:avLst/>
          </a:prstGeom>
          <a:solidFill>
            <a:srgbClr val="E8DEF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16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ViewController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구성 / 사용자 입력 처리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840480" cy="548640"/>
          </a:xfrm>
          <a:prstGeom prst="rect">
            <a:avLst/>
          </a:prstGeom>
          <a:solidFill>
            <a:srgbClr val="D4C4F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로직 / 상태 관리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3840480" cy="548640"/>
          </a:xfrm>
          <a:prstGeom prst="rect">
            <a:avLst/>
          </a:prstGeom>
          <a:solidFill>
            <a:srgbClr val="C0AAE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587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기능 비즈니스 규칙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3840480" cy="548640"/>
          </a:xfrm>
          <a:prstGeom prst="rect">
            <a:avLst/>
          </a:prstGeom>
          <a:solidFill>
            <a:srgbClr val="AC90E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273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(Protocol)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소스 추상화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3840480" cy="548640"/>
          </a:xfrm>
          <a:prstGeom prst="rect">
            <a:avLst/>
          </a:prstGeom>
          <a:solidFill>
            <a:srgbClr val="9876D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959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(API)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Moya 기반 네트워크 통신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1783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03120" y="2468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03120" y="3154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03120" y="3840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포인트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0" y="1737360"/>
            <a:ext cx="274320" cy="274320"/>
          </a:xfrm>
          <a:prstGeom prst="rect">
            <a:avLst/>
          </a:prstGeom>
          <a:solidFill>
            <a:srgbClr val="6B4EE6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4068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 분리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0680" y="2011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Presentation과 Data 독립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2423160"/>
            <a:ext cx="274320" cy="274320"/>
          </a:xfrm>
          <a:prstGeom prst="rect">
            <a:avLst/>
          </a:prstGeom>
          <a:solidFill>
            <a:srgbClr val="6B4EE6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4068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적용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40680" y="2697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기반 추상화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3108960"/>
            <a:ext cx="274320" cy="274320"/>
          </a:xfrm>
          <a:prstGeom prst="rect">
            <a:avLst/>
          </a:prstGeom>
          <a:solidFill>
            <a:srgbClr val="6B4EE6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가능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3383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객체 주입 가능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0" y="3794760"/>
            <a:ext cx="274320" cy="274320"/>
          </a:xfrm>
          <a:prstGeom prst="rect">
            <a:avLst/>
          </a:prstGeom>
          <a:solidFill>
            <a:srgbClr val="6B4EE6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4068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유지보수성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40680" y="4069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 간 결합도 최소화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4389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모든 UseCase를 Protocol + Impl로 분리하여 테스트 가능한 구조를 확보했습니다.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Developer Portfolio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WAY – Feed CRUD 구현</a:t>
            </a:r>
            <a:endParaRPr lang="en-US" sz="2800" dirty="0"/>
          </a:p>
        </p:txBody>
      </p:sp>
      <p:pic>
        <p:nvPicPr>
          <p:cNvPr id="3" name="Image 0" descr="/sessions/trusting-happy-hopper/img_f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011680" cy="3474720"/>
          </a:xfrm>
          <a:prstGeom prst="rect">
            <a:avLst/>
          </a:prstGeom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2834640" y="1097280"/>
            <a:ext cx="320040" cy="7315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2"/>
          <p:cNvSpPr/>
          <p:nvPr/>
        </p:nvSpPr>
        <p:spPr>
          <a:xfrm>
            <a:off x="283464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291840" y="1097280"/>
            <a:ext cx="5394960" cy="73152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474720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474720" y="1371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선택 드롭다운 + PHPicker 다중 이미지(최대 10장)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Multipart/form-data로 이미지 + JSON 동시 전송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834640" y="1965960"/>
            <a:ext cx="320040" cy="7315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7"/>
          <p:cNvSpPr/>
          <p:nvPr/>
        </p:nvSpPr>
        <p:spPr>
          <a:xfrm>
            <a:off x="283464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91840" y="1965960"/>
            <a:ext cx="5394960" cy="73152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74720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74720" y="2240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무한 스크롤 페이지네이션 (10개 단위)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가로 스크롤 이미지 갤러리 + 페이지 인디케이터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834640" y="2834640"/>
            <a:ext cx="320040" cy="7315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5" name="Text 12"/>
          <p:cNvSpPr/>
          <p:nvPr/>
        </p:nvSpPr>
        <p:spPr>
          <a:xfrm>
            <a:off x="283464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291840" y="2834640"/>
            <a:ext cx="5394960" cy="73152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47472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474720" y="3108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Kingfisher로 기존 이미지 로딩 후 편집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추가/삭제 후 서버 동기화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834640" y="3703320"/>
            <a:ext cx="320040" cy="7315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0" name="Text 17"/>
          <p:cNvSpPr/>
          <p:nvPr/>
        </p:nvSpPr>
        <p:spPr>
          <a:xfrm>
            <a:off x="283464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291840" y="3703320"/>
            <a:ext cx="5394960" cy="73152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474720" y="3721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474720" y="3977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확인 Alert 후 삭제 처리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 UI로 로컬 배열 즉시 갱신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Developer Portfolio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WAY – 피드 북마크 / 보관 / 숨김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74320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6B4EE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북마크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109728" cy="109728"/>
          </a:xfrm>
          <a:prstGeom prst="ellipse">
            <a:avLst/>
          </a:prstGeom>
          <a:solidFill>
            <a:srgbClr val="6B4EE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 북마크 추가/해제 토글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560320"/>
            <a:ext cx="109728" cy="109728"/>
          </a:xfrm>
          <a:prstGeom prst="ellipse">
            <a:avLst/>
          </a:prstGeom>
          <a:solidFill>
            <a:srgbClr val="6B4EE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상태별 아이콘 즉시 전환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154680"/>
            <a:ext cx="109728" cy="109728"/>
          </a:xfrm>
          <a:prstGeom prst="ellipse">
            <a:avLst/>
          </a:prstGeom>
          <a:solidFill>
            <a:srgbClr val="6B4EE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마이페이지 &gt; 보관함 조회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188720"/>
            <a:ext cx="2651760" cy="274320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188720"/>
            <a:ext cx="265176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 숨김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566160" y="1965960"/>
            <a:ext cx="109728" cy="109728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6" name="Text 14"/>
          <p:cNvSpPr/>
          <p:nvPr/>
        </p:nvSpPr>
        <p:spPr>
          <a:xfrm>
            <a:off x="379476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 숨김 처리 및 복원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2560320"/>
            <a:ext cx="109728" cy="109728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8" name="Text 16"/>
          <p:cNvSpPr/>
          <p:nvPr/>
        </p:nvSpPr>
        <p:spPr>
          <a:xfrm>
            <a:off x="3794760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작성자/비작성자 옵션 분기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66160" y="3154680"/>
            <a:ext cx="109728" cy="109728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20" name="Text 18"/>
          <p:cNvSpPr/>
          <p:nvPr/>
        </p:nvSpPr>
        <p:spPr>
          <a:xfrm>
            <a:off x="379476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FeedOptionsHandler 재사용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188720"/>
            <a:ext cx="2651760" cy="274320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188720"/>
            <a:ext cx="265176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포인트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46520" y="1965960"/>
            <a:ext cx="109728" cy="10972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 UI Update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46520" y="2560320"/>
            <a:ext cx="109728" cy="10972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reloadRows로 개별 셀 갱신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3154680"/>
            <a:ext cx="109728" cy="10972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조건부 컨텍스트 메뉴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Developer Portfolio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WAY – 로그인 / 회원가입</a:t>
            </a:r>
            <a:endParaRPr lang="en-US" sz="2800" dirty="0"/>
          </a:p>
        </p:txBody>
      </p:sp>
      <p:pic>
        <p:nvPicPr>
          <p:cNvPr id="3" name="Image 0" descr="/sessions/trusting-happy-hopper/img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828800" cy="3200400"/>
          </a:xfrm>
          <a:prstGeom prst="rect">
            <a:avLst/>
          </a:prstGeom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2651760" y="1097280"/>
            <a:ext cx="6035040" cy="731520"/>
          </a:xfrm>
          <a:prstGeom prst="rect">
            <a:avLst/>
          </a:prstGeom>
          <a:solidFill>
            <a:srgbClr val="FEE50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2834640" y="1115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 로그인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834640" y="13990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KakaoSDK 연동, 앱/웹 분기 처리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에러코드 KN007로 신규 회원 자동 감지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651760" y="1965960"/>
            <a:ext cx="6035040" cy="731520"/>
          </a:xfrm>
          <a:prstGeom prst="rect">
            <a:avLst/>
          </a:prstGeom>
          <a:solidFill>
            <a:srgbClr val="333333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834640" y="1984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로그인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834640" y="22677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ASAuthorizationAppleIDProvider 활용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Token 기반 서버 인증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651760" y="2834640"/>
            <a:ext cx="6035040" cy="731520"/>
          </a:xfrm>
          <a:prstGeom prst="rect">
            <a:avLst/>
          </a:prstGeom>
          <a:solidFill>
            <a:srgbClr val="6B4EE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83464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 로그인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834640" y="313639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토큰 기반 인증 (Access + Refresh)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AutoTokenPlugin으로 Bearer 자동 주입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5176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회원가입 플로우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651760" y="4114800"/>
            <a:ext cx="1280160" cy="548640"/>
          </a:xfrm>
          <a:prstGeom prst="rect">
            <a:avLst/>
          </a:prstGeom>
          <a:solidFill>
            <a:srgbClr val="6B4EE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651760" y="4114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이용약관 동의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931920" y="41148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206240" y="4114800"/>
            <a:ext cx="1280160" cy="54864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206240" y="4114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 인증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(5분 타이머)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486400" y="41148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760720" y="4114800"/>
            <a:ext cx="1280160" cy="54864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760720" y="4114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입력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(정규식 검증)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040880" y="41148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315200" y="4114800"/>
            <a:ext cx="1280160" cy="54864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315200" y="4114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가입 완료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6" name="Text 23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Developer Portfolio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WAY – 메인 홈 화면</a:t>
            </a:r>
            <a:endParaRPr lang="en-US" sz="2800" dirty="0"/>
          </a:p>
        </p:txBody>
      </p:sp>
      <p:pic>
        <p:nvPicPr>
          <p:cNvPr id="3" name="Image 0" descr="/sessions/trusting-happy-hopper/img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011680" cy="3474720"/>
          </a:xfrm>
          <a:prstGeom prst="rect">
            <a:avLst/>
          </a:prstGeom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2834640" y="1097280"/>
            <a:ext cx="5852160" cy="73152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2834640" y="1097280"/>
            <a:ext cx="54864" cy="731520"/>
          </a:xfrm>
          <a:prstGeom prst="rect">
            <a:avLst/>
          </a:prstGeom>
          <a:solidFill>
            <a:srgbClr val="6B4EE6"/>
          </a:solidFill>
          <a:ln/>
        </p:spPr>
      </p:sp>
      <p:sp>
        <p:nvSpPr>
          <p:cNvPr id="6" name="Text 3"/>
          <p:cNvSpPr/>
          <p:nvPr/>
        </p:nvSpPr>
        <p:spPr>
          <a:xfrm>
            <a:off x="3063240" y="1115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배너 섹션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063240" y="139903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BannerViewController를 활용한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캐러셀/슬라이더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834640" y="1965960"/>
            <a:ext cx="5852160" cy="73152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834640" y="1965960"/>
            <a:ext cx="54864" cy="731520"/>
          </a:xfrm>
          <a:prstGeom prst="rect">
            <a:avLst/>
          </a:prstGeom>
          <a:solidFill>
            <a:srgbClr val="6B4EE6"/>
          </a:solidFill>
          <a:ln/>
        </p:spPr>
      </p:sp>
      <p:sp>
        <p:nvSpPr>
          <p:cNvPr id="10" name="Text 7"/>
          <p:cNvSpPr/>
          <p:nvPr/>
        </p:nvSpPr>
        <p:spPr>
          <a:xfrm>
            <a:off x="3063240" y="1984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D-Day 카운터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063240" y="226771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DDayViewController로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다가오는 일정의 D-Day 표시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34640" y="2834640"/>
            <a:ext cx="5852160" cy="73152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834640" y="2834640"/>
            <a:ext cx="54864" cy="731520"/>
          </a:xfrm>
          <a:prstGeom prst="rect">
            <a:avLst/>
          </a:prstGeom>
          <a:solidFill>
            <a:srgbClr val="6B4EE6"/>
          </a:solidFill>
          <a:ln/>
        </p:spPr>
      </p:sp>
      <p:sp>
        <p:nvSpPr>
          <p:cNvPr id="14" name="Text 11"/>
          <p:cNvSpPr/>
          <p:nvPr/>
        </p:nvSpPr>
        <p:spPr>
          <a:xfrm>
            <a:off x="306324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피드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063240" y="313639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HomeFeedViewModel으로 최신 피드 9개 표시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'더 보기' 셀로 전체 목록 연결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834640" y="3703320"/>
            <a:ext cx="5852160" cy="73152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834640" y="3703320"/>
            <a:ext cx="54864" cy="731520"/>
          </a:xfrm>
          <a:prstGeom prst="rect">
            <a:avLst/>
          </a:prstGeom>
          <a:solidFill>
            <a:srgbClr val="6B4EE6"/>
          </a:solidFill>
          <a:ln/>
        </p:spPr>
      </p:sp>
      <p:sp>
        <p:nvSpPr>
          <p:cNvPr id="18" name="Text 15"/>
          <p:cNvSpPr/>
          <p:nvPr/>
        </p:nvSpPr>
        <p:spPr>
          <a:xfrm>
            <a:off x="3063240" y="3721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바텀 시트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063240" y="400507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FloatingPanel 프레임워크 활용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일정 유무에 따라 동적 표시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Developer Portfolio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WAY – 마이페이지 / 회원탈퇴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마이페이지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 이미지 변경 (PHPicker + Multipart 업로드)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정보(이름, 이메일) 표시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정보 관리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 즐겨찾기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 보관함 / 피드 숨김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공지사항 / 문의하기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84632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회원탈퇴 (4단계 플로우)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1600200"/>
            <a:ext cx="320040" cy="3200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6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1600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탈퇴 동의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0" y="17830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약관 확인 후 동의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2194560"/>
            <a:ext cx="320040" cy="3200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2194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탈퇴 사유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23774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사유 입력 (comment)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20" y="2788920"/>
            <a:ext cx="320040" cy="3200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2788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비밀번호 확인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0" y="29718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 인증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3383280"/>
            <a:ext cx="320040" cy="3200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3383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탈퇴 완료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35661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UserDefaults 전체 초기화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4023360"/>
            <a:ext cx="3931920" cy="45720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타입(일반/카카오/Apple)에 따른 분기 처리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Developer Portfolio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WAY – 네트워크 레이어 설계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94360"/>
          </a:xfrm>
          <a:prstGeom prst="rect">
            <a:avLst/>
          </a:prstGeom>
          <a:solidFill>
            <a:srgbClr val="6B4EE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Enum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(Moya TargetType)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0" y="1737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200400" cy="59436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745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(Protocol + Impl)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2468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200400" cy="59436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6060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(데이터 소스 추상화)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3200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3200400" cy="59436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3375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(비즈니스 로직)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3931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3200400" cy="59436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40690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 → 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4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구현 사항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97680" y="1600200"/>
            <a:ext cx="4389120" cy="64008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97680" y="1600200"/>
            <a:ext cx="54864" cy="640080"/>
          </a:xfrm>
          <a:prstGeom prst="rect">
            <a:avLst/>
          </a:prstGeom>
          <a:solidFill>
            <a:srgbClr val="6B4EE6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16184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AutoTokenPlugin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26280" y="18562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Moya PluginType으로 모든 요청에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Bearer Token 자동 삽입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97680" y="2377440"/>
            <a:ext cx="4389120" cy="64008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97680" y="2377440"/>
            <a:ext cx="54864" cy="640080"/>
          </a:xfrm>
          <a:prstGeom prst="rect">
            <a:avLst/>
          </a:prstGeom>
          <a:solidFill>
            <a:srgbClr val="6B4EE6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23957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Content-Type 분기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26280" y="26334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/ Multipart/form-data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엔드포인트별 자동 판별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97680" y="3154680"/>
            <a:ext cx="4389120" cy="64008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97680" y="3154680"/>
            <a:ext cx="54864" cy="640080"/>
          </a:xfrm>
          <a:prstGeom prst="rect">
            <a:avLst/>
          </a:prstGeom>
          <a:solidFill>
            <a:srgbClr val="6B4EE6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31729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GenericResponse&lt;T&gt;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26280" y="34107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응답을 제네릭 래퍼로 통일하여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파싱 로직 일원화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97680" y="3931920"/>
            <a:ext cx="4389120" cy="64008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97680" y="3931920"/>
            <a:ext cx="54864" cy="640080"/>
          </a:xfrm>
          <a:prstGeom prst="rect">
            <a:avLst/>
          </a:prstGeom>
          <a:solidFill>
            <a:srgbClr val="6B4EE6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39502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APIError Enum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26280" y="41879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에러 타입 중앙 관리 + 소셜 로그인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에러 코드 기반 분기 처리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Developer Portfolio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WAY – 트러블슈팅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51560"/>
            <a:ext cx="8046720" cy="77724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069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Multipart 이미지 업로드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30759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 JSON Request Body와 이미지를 동시에 전송해야 하는 상황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15361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해결: MultipartFormDataHelper 구현 → JSON Data + JPEG Data를 Moya MultipartFormData Task로 통합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54864" cy="7772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965960"/>
            <a:ext cx="8046720" cy="77724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984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로그인 에러 핸들링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22199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 카카오/Apple 로그인 시 신규 회원 구분 필요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24505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해결: 서버 에러 코드(KN007) 감지 → 신규 회원 자동 감지 후 소셜 회원가입 화면 전환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54864" cy="7772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2880360"/>
            <a:ext cx="8046720" cy="77724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2898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무한 스크롤 페이지네이션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13639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 대량 피드를 효율적으로 로드해야 하는 상황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" y="33649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해결: UIScrollViewDelegate offset 계산 + ViewModel page 카운터로 점진적 데이터 로딩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54864" cy="7772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794760"/>
            <a:ext cx="8046720" cy="777240"/>
          </a:xfrm>
          <a:prstGeom prst="rect">
            <a:avLst/>
          </a:prstGeom>
          <a:solidFill>
            <a:srgbClr val="F8F7F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3813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 인증 관리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05079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 모든 API 요청에 인증 토큰을 주입하는 반복 코드 발생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2960" y="42793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해결: Moya PluginType으로 AutoTokenPlugin 구현 → 인증 로직을 미들웨어 패턴으로 추상화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Developer Portfolio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iOS Developer Portfolio - 오정석</dc:title>
  <dc:subject>PptxGenJS Presentation</dc:subject>
  <dc:creator>오정석</dc:creator>
  <cp:lastModifiedBy>오정석</cp:lastModifiedBy>
  <cp:revision>1</cp:revision>
  <dcterms:created xsi:type="dcterms:W3CDTF">2026-02-11T05:01:28Z</dcterms:created>
  <dcterms:modified xsi:type="dcterms:W3CDTF">2026-02-11T05:01:28Z</dcterms:modified>
</cp:coreProperties>
</file>