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오정석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 기반 iOS Developer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구조를 설계하고 사용자 경험을 개선하는 iOS 개발자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github.com/yourprofile  |  Email: dev@email.com  |  병역: 완료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585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피드 기반 SNS 애플리케이션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 Swift, MVVM-C, Alamofire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822960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585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AloneDailyQuest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혼자 떠나는 일일 미션 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749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 Swift, Combine, CoreData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480560"/>
            <a:ext cx="8229600" cy="1463040"/>
          </a:xfrm>
          <a:prstGeom prst="rect">
            <a:avLst/>
          </a:prstGeom>
          <a:solidFill>
            <a:srgbClr val="F5F5F5"/>
          </a:solidFill>
          <a:ln w="25400">
            <a:solidFill>
              <a:srgbClr val="585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572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4572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ClipKit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983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클립보드 관리 및 공유 도구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5394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 Swift, Widget Kit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 App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5029200"/>
          </a:xfrm>
          <a:prstGeom prst="rect">
            <a:avLst/>
          </a:prstGeom>
          <a:solidFill>
            <a:srgbClr val="CADCF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Area]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피드 기반 SNS 기능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사용자 프로필 관리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실시간 알림 시스템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이미지 업로드 및 처리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정보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Language: Swift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4846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 MVVM-C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5303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Networking: Alamofire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5760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Completed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1645920"/>
          </a:xfrm>
          <a:prstGeom prst="rect">
            <a:avLst/>
          </a:prstGeom>
          <a:solidFill>
            <a:srgbClr val="F5F5F5"/>
          </a:solidFill>
          <a:ln w="19050">
            <a:solidFill>
              <a:srgbClr val="5856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 5.5+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1188720"/>
            <a:ext cx="1828800" cy="1645920"/>
          </a:xfrm>
          <a:prstGeom prst="rect">
            <a:avLst/>
          </a:prstGeom>
          <a:solidFill>
            <a:srgbClr val="F5F5F5"/>
          </a:solidFill>
          <a:ln w="19050">
            <a:solidFill>
              <a:srgbClr val="585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Framework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783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UIKit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1828800" cy="1645920"/>
          </a:xfrm>
          <a:prstGeom prst="rect">
            <a:avLst/>
          </a:prstGeom>
          <a:solidFill>
            <a:srgbClr val="F5F5F5"/>
          </a:solidFill>
          <a:ln w="19050">
            <a:solidFill>
              <a:srgbClr val="5856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MVVM-C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1188720"/>
            <a:ext cx="1828800" cy="1645920"/>
          </a:xfrm>
          <a:prstGeom prst="rect">
            <a:avLst/>
          </a:prstGeom>
          <a:solidFill>
            <a:srgbClr val="F5F5F5"/>
          </a:solidFill>
          <a:ln w="19050">
            <a:solidFill>
              <a:srgbClr val="5856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0" y="1783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Alamofire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1828800" cy="1645920"/>
          </a:xfrm>
          <a:prstGeom prst="rect">
            <a:avLst/>
          </a:prstGeom>
          <a:solidFill>
            <a:srgbClr val="F5F5F5"/>
          </a:solidFill>
          <a:ln w="19050">
            <a:solidFill>
              <a:srgbClr val="5856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Kingfisher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34640" y="3200400"/>
            <a:ext cx="1828800" cy="1645920"/>
          </a:xfrm>
          <a:prstGeom prst="rect">
            <a:avLst/>
          </a:prstGeom>
          <a:solidFill>
            <a:srgbClr val="F5F5F5"/>
          </a:solidFill>
          <a:ln w="19050">
            <a:solidFill>
              <a:srgbClr val="5856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3794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3200400"/>
            <a:ext cx="1828800" cy="1645920"/>
          </a:xfrm>
          <a:prstGeom prst="rect">
            <a:avLst/>
          </a:prstGeom>
          <a:solidFill>
            <a:srgbClr val="F5F5F5"/>
          </a:solidFill>
          <a:ln w="19050">
            <a:solidFill>
              <a:srgbClr val="5856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794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40880" y="3200400"/>
            <a:ext cx="1828800" cy="1645920"/>
          </a:xfrm>
          <a:prstGeom prst="rect">
            <a:avLst/>
          </a:prstGeom>
          <a:solidFill>
            <a:srgbClr val="F5F5F5"/>
          </a:solidFill>
          <a:ln w="19050">
            <a:solidFill>
              <a:srgbClr val="5856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0" y="3794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SwiftLint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Design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594360"/>
          </a:xfrm>
          <a:prstGeom prst="rect">
            <a:avLst/>
          </a:prstGeom>
          <a:solidFill>
            <a:srgbClr val="5856D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ViewController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91640" y="1828800"/>
            <a:ext cx="274320" cy="13716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74520"/>
            <a:ext cx="2743200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74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91640" y="2514600"/>
            <a:ext cx="274320" cy="13716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560320"/>
            <a:ext cx="2743200" cy="594360"/>
          </a:xfrm>
          <a:prstGeom prst="rect">
            <a:avLst/>
          </a:prstGeom>
          <a:solidFill>
            <a:srgbClr val="5856D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0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UseCase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91640" y="3200400"/>
            <a:ext cx="274320" cy="13716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246120"/>
            <a:ext cx="2743200" cy="5943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461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691640" y="3886200"/>
            <a:ext cx="274320" cy="137160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931920"/>
            <a:ext cx="2743200" cy="594360"/>
          </a:xfrm>
          <a:prstGeom prst="rect">
            <a:avLst/>
          </a:prstGeom>
          <a:solidFill>
            <a:srgbClr val="5856D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319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계층 분리로 테스트 용이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코드 재사용성 증대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유지보수성 향상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확장성 증대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Pattern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 FeedRepositoryProtocol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 postFeed(request: SaveFeedRequest, images: [UIImage]?,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completion: @escaping (Result&lt;Void, Error&gt;) -&gt; Void)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 getFeedList(page: Int32,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completion: @escaping (Result&lt;GenericResponse&lt;GetFeedListResponse&gt;, Error&gt;) -&gt; Void)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class FeedRepository: FeedRepositoryProtocol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let feedService: FeedServiceProtocol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init(feedService: FeedServiceProtocol)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self.feedService = feedService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프로토콜을 통한 인터페이스 정의로 의존성 역전을 구현하여 테스트 가능한 구조를 제공합니다.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UseCase Pattern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class GetFeedListUseCaseImpl: GetFeedListUseCase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let feedRepository: FeedRepositoryProtocol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 execute(page: Int32,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completion: @escaping (Result&lt;GenericResponse&lt;GetFeedListResponse&gt;, Error&gt;) -&gt; Void)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feedRepository.getFeedList(page: page) { [weak self] result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switch result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.success(let data):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self?.page +=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self?.displayFeedContent.append(contentsOf: data.compactMap { $0.toFeeds()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case .failure(let error):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print(error.localizedDescription)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비즈니스 로직을 캡슐화하여 ViewModel에서 직접 Repository에 접근하지 않도록 제한합니다.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Multipart Upload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AF.upload(multipartFormData: { multipartFormData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multipartFormData.append(JSONEncoder().encode(request),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withName: "data",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fileName: "data.json",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mimeType: "application/json")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images?.forEach { image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let imageData = image.jpegData(compressionQuality: 0.8)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multipartFormData.append(imageData,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withName: "images",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fileName: UUID().uuidString + ".jpg",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mimeType: "image/jpeg")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 to: url)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Alamofire의 multipart upload를 활용하여 JSON과 이미지를 함께 업로드합니다.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(JWT)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JWTInterceptor: RequestInterceptor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let tokenManager: TokenManager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 adapt(_ urlRequest: URLRequest,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for session: Session,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completion: @escaping (Result&lt;URLRequest, Error&gt;) -&gt; Void)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request = urlRequest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let token = tokenManager.accessToken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request.headers.add(.authorization(bearerToken: token))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completion(.success(request))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 retry(_ request: Request,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for session: Session,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dueTo error: Error,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completion: @escaping (RetryResult) -&gt; Void)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completion(.retry)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토큰을 자동으로 헤더에 추가하고, 만료 시 갱신하는 인터셉터 구현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 tableView(_ tableView: UITableView,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willDisplay cell: UITableViewCell,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forRowAt indexPath: IndexPath)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lastSection = tableView.numberOfSections - 1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lastRow = tableView.numberOfRows(inSection: lastSection) - 1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indexPath.section == lastSection &amp;&amp; indexPath.row == lastRow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!isLoading &amp;&amp; hasMorePages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isLoading =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currentPage +=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fetchFeedList(page: currentPage)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스크롤 구현으로 사용자가 끝에 도달했을 때 다음 페이지 로드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Response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GenericResponse&lt;T: Decodable&gt;: Decodable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statusCode: 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message: String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data: 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enum CodingKeys: String, CodingKey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statusCode = "status"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message = "msg"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case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사용 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response = try JSONDecoder().decode(GenericResponse&lt;[Feed]&gt;.self, from: data)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feeds: [Feed] = response.data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제네릭을 활용하여 모든 API 응답을 일관된 구조로 처리합니다.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 메모리 누수 - 클로저에서 self 참조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해결: [weak self]를 사용하여 순환 참조 방지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 네트워크 요청 중복 문제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해결: isLoading 플래그로 동시 요청 제한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 이미지 캐싱 오버플로우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해결: Kingfisher의 메모리 캐시 크기 제한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F5F5F5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120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 토큰 갱신 중 요청 충돌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5532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해결: RequestInterceptor로 토큰 갱신 동기화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6400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2026-02-11T08:34:25Z</dcterms:created>
  <dcterms:modified xsi:type="dcterms:W3CDTF">2026-02-11T08:34:25Z</dcterms:modified>
</cp:coreProperties>
</file>